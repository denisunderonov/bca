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7"/>
  </p:notesMasterIdLst>
  <p:sldIdLst>
    <p:sldId id="256" r:id="rId2"/>
    <p:sldId id="289" r:id="rId3"/>
    <p:sldId id="293" r:id="rId4"/>
    <p:sldId id="290" r:id="rId5"/>
    <p:sldId id="258" r:id="rId6"/>
  </p:sldIdLst>
  <p:sldSz cx="12192000" cy="6858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Gilroy Bold" panose="020B0803050000020004" pitchFamily="34" charset="0"/>
      <p:bold r:id="rId12"/>
    </p:embeddedFont>
    <p:embeddedFont>
      <p:font typeface="Gilroy Medium" panose="020B0503050000020004" pitchFamily="34" charset="0"/>
      <p:regular r:id="rId13"/>
    </p:embeddedFont>
    <p:embeddedFont>
      <p:font typeface="Verdana" panose="020B0604030504040204" pitchFamily="34" charset="0"/>
      <p:regular r:id="rId13"/>
      <p:bold r:id="rId13"/>
      <p:italic r:id="rId13"/>
      <p:boldItalic r:id="rId1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85BE263C-DBD7-4A20-BB59-AAB30ACAA65A}" styleName="Средний стиль 3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Средний стиль 3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953" autoAdjust="0"/>
    <p:restoredTop sz="95652"/>
  </p:normalViewPr>
  <p:slideViewPr>
    <p:cSldViewPr snapToGrid="0">
      <p:cViewPr>
        <p:scale>
          <a:sx n="87" d="100"/>
          <a:sy n="87" d="100"/>
        </p:scale>
        <p:origin x="184" y="6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3804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3541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8D11-0428-F0A3-3937-F8F9DD56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44A9207-06B0-CDB0-E69C-3717C7AB9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4E9058-5863-792B-CE74-84B842057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ABFD4-2F67-45C8-D2BC-C148BBBA0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3315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91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097" y="5654764"/>
            <a:ext cx="2860213" cy="1632459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01.06.2026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01.06.2026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01.06.2026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01.06.2026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01.06.2026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01.06.2026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01.06.2026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01.06.2026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D64222-1292-4A23-A829-4D7C56BB71FE}"/>
              </a:ext>
            </a:extLst>
          </p:cNvPr>
          <p:cNvSpPr txBox="1"/>
          <p:nvPr/>
        </p:nvSpPr>
        <p:spPr>
          <a:xfrm>
            <a:off x="4067954" y="723037"/>
            <a:ext cx="8124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dirty="0">
                <a:solidFill>
                  <a:prstClr val="black"/>
                </a:solidFill>
                <a:latin typeface="Gilroy Bold" panose="00000800000000000000" charset="-52"/>
              </a:rPr>
              <a:t>Проектирование бизнес-процессов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Bold" panose="00000800000000000000" charset="-52"/>
              <a:ea typeface="+mn-ea"/>
              <a:cs typeface="+mn-cs"/>
            </a:endParaRPr>
          </a:p>
          <a:p>
            <a:pPr algn="ctr"/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/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 </a:t>
            </a:r>
            <a:r>
              <a:rPr lang="ru-RU" dirty="0">
                <a:latin typeface="Gilroy Medium" panose="00000600000000000000" charset="-52"/>
              </a:rPr>
              <a:t>по направлению 09.03.01 Информатика и вычислительная техника</a:t>
            </a:r>
          </a:p>
          <a:p>
            <a:pPr algn="ctr"/>
            <a:r>
              <a:rPr lang="ru-RU" dirty="0">
                <a:latin typeface="Gilroy Medium" panose="00000600000000000000" charset="-52"/>
              </a:rPr>
              <a:t>Образовательная программа (профиль) «Веб-технологии»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A36A-0422-46F0-BA3A-4B2EF754C329}"/>
              </a:ext>
            </a:extLst>
          </p:cNvPr>
          <p:cNvSpPr txBox="1"/>
          <p:nvPr/>
        </p:nvSpPr>
        <p:spPr>
          <a:xfrm>
            <a:off x="152400" y="2727527"/>
            <a:ext cx="118872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Проектирование бизнес-процессов и структур в </a:t>
            </a:r>
            <a:r>
              <a:rPr lang="ru-RU" sz="2800" b="1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вебиндустрии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Лабораторная работа №</a:t>
            </a:r>
            <a:r>
              <a:rPr lang="ru-RU" sz="2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>
              <a:defRPr/>
            </a:pPr>
            <a:r>
              <a:rPr lang="ru-RU" sz="28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Кафе с системой анализа использования ингредиентов в блюдах. </a:t>
            </a:r>
          </a:p>
          <a:p>
            <a:pPr algn="ctr"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8C808-D44B-4FFB-A9B8-91FA34E1C60F}"/>
              </a:ext>
            </a:extLst>
          </p:cNvPr>
          <p:cNvSpPr txBox="1"/>
          <p:nvPr/>
        </p:nvSpPr>
        <p:spPr>
          <a:xfrm>
            <a:off x="5409612" y="5786150"/>
            <a:ext cx="6480854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Студент:  </a:t>
            </a:r>
            <a:r>
              <a:rPr lang="ru-RU" dirty="0">
                <a:latin typeface="Gilroy Medium" panose="00000600000000000000" charset="-52"/>
              </a:rPr>
              <a:t>Андронов Денис Андреевич</a:t>
            </a:r>
            <a:r>
              <a:rPr lang="ru-RU" sz="1800" dirty="0">
                <a:latin typeface="Gilroy Medium" panose="00000600000000000000" charset="-52"/>
              </a:rPr>
              <a:t>, группа </a:t>
            </a:r>
            <a:r>
              <a:rPr lang="ru-RU" dirty="0">
                <a:latin typeface="Gilroy Medium" panose="00000600000000000000" charset="-52"/>
              </a:rPr>
              <a:t>241-3210</a:t>
            </a:r>
            <a:endParaRPr lang="ru-RU" sz="1800" dirty="0">
              <a:latin typeface="Gilroy Medium" panose="00000600000000000000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2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S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WOT-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а</a:t>
            </a:r>
            <a:r>
              <a:rPr kumimoji="0" lang="ru-RU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нализ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F1C0D13-BAA8-964C-976A-EC4DD776B2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646" y="999831"/>
            <a:ext cx="7302708" cy="547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767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3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B</a:t>
            </a:r>
            <a:r>
              <a:rPr lang="en-US" sz="2000" b="1" dirty="0">
                <a:solidFill>
                  <a:prstClr val="black"/>
                </a:solidFill>
                <a:latin typeface="+mj-lt"/>
              </a:rPr>
              <a:t>PMN </a:t>
            </a:r>
            <a:r>
              <a:rPr lang="en-US" sz="2000" b="1" dirty="0" err="1">
                <a:solidFill>
                  <a:prstClr val="black"/>
                </a:solidFill>
                <a:latin typeface="+mj-lt"/>
              </a:rPr>
              <a:t>с</a:t>
            </a:r>
            <a:r>
              <a:rPr lang="ru-RU" sz="2000" b="1" dirty="0" err="1">
                <a:solidFill>
                  <a:prstClr val="black"/>
                </a:solidFill>
                <a:latin typeface="+mj-lt"/>
              </a:rPr>
              <a:t>хема</a:t>
            </a:r>
            <a:r>
              <a:rPr lang="ru-RU" sz="2000" b="1" dirty="0">
                <a:solidFill>
                  <a:prstClr val="black"/>
                </a:solidFill>
                <a:latin typeface="+mj-lt"/>
              </a:rPr>
              <a:t> для оформления заказа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8CD83C1-33CE-1547-951C-9559F0468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8771" y="1321760"/>
            <a:ext cx="8434457" cy="502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096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3D9A-1FBB-5BF3-0E08-393DB23D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B4F60F-D5CF-3756-6146-5EDD7EEB3B12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FD2CE6E-1969-9D2D-E8CE-75E93395C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2594" y="6186956"/>
            <a:ext cx="1164356" cy="610899"/>
          </a:xfrm>
        </p:spPr>
        <p:txBody>
          <a:bodyPr/>
          <a:lstStyle/>
          <a:p>
            <a:pPr algn="r"/>
            <a:fld id="{A01BE76D-E181-4177-862E-40D97C82BFEB}" type="slidenum">
              <a:rPr lang="ru-RU" sz="3200" smtClean="0"/>
              <a:pPr algn="r"/>
              <a:t>4</a:t>
            </a:fld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831B0-7156-D882-2D08-0D00A04A6D92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Андронов Денис Андреевич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5DE4B-1E3F-B82A-A938-D0EBD955D281}"/>
              </a:ext>
            </a:extLst>
          </p:cNvPr>
          <p:cNvSpPr txBox="1"/>
          <p:nvPr/>
        </p:nvSpPr>
        <p:spPr>
          <a:xfrm>
            <a:off x="130029" y="888221"/>
            <a:ext cx="8434457" cy="299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</a:rPr>
              <a:t>Схема сбалансированной системы показателей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130B5D-B90C-894F-9CCA-70BF19FCC3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32" y="1325004"/>
            <a:ext cx="6685936" cy="501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303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55688" y="705942"/>
            <a:ext cx="12502191" cy="428760"/>
          </a:xfrm>
        </p:spPr>
        <p:txBody>
          <a:bodyPr>
            <a:noAutofit/>
          </a:bodyPr>
          <a:lstStyle/>
          <a:p>
            <a:r>
              <a:rPr lang="ru-RU" sz="2800" dirty="0"/>
              <a:t>С п а с и б о    з а   в н и м а н и е !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E462F7-B2A7-4E4D-8555-1647177CEEFC}"/>
              </a:ext>
            </a:extLst>
          </p:cNvPr>
          <p:cNvSpPr txBox="1"/>
          <p:nvPr/>
        </p:nvSpPr>
        <p:spPr>
          <a:xfrm>
            <a:off x="2749501" y="4601157"/>
            <a:ext cx="6249896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Студент:  Андронов Денис Андреевич, </a:t>
            </a:r>
            <a:r>
              <a:rPr lang="ru-RU" dirty="0">
                <a:latin typeface="Gilroy Medium" panose="00000600000000000000" charset="-52"/>
              </a:rPr>
              <a:t>группа 241-3210</a:t>
            </a:r>
            <a:endParaRPr lang="ru-RU" sz="1800" dirty="0">
              <a:latin typeface="Gilroy Medium" panose="00000600000000000000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76724-8B7E-49E1-A5D8-0A86497396F2}"/>
              </a:ext>
            </a:extLst>
          </p:cNvPr>
          <p:cNvSpPr txBox="1"/>
          <p:nvPr/>
        </p:nvSpPr>
        <p:spPr>
          <a:xfrm>
            <a:off x="4721568" y="6454765"/>
            <a:ext cx="2305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n-ea"/>
                <a:cs typeface="+mn-cs"/>
              </a:rPr>
              <a:t>2026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1E841-C2B3-4680-B71A-C0E060431885}"/>
              </a:ext>
            </a:extLst>
          </p:cNvPr>
          <p:cNvSpPr txBox="1"/>
          <p:nvPr/>
        </p:nvSpPr>
        <p:spPr>
          <a:xfrm>
            <a:off x="1047010" y="2736502"/>
            <a:ext cx="965487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ru-RU" sz="2800" b="1" kern="1200" dirty="0">
                <a:solidFill>
                  <a:srgbClr val="000000"/>
                </a:solidFill>
                <a:effectLst/>
                <a:latin typeface="Gilroy Bold" panose="020B0803050000020004" pitchFamily="34" charset="0"/>
                <a:ea typeface="+mn-ea"/>
                <a:cs typeface="+mn-cs"/>
              </a:rPr>
              <a:t>Проектирование бизнес-процессов и структур в </a:t>
            </a:r>
            <a:r>
              <a:rPr lang="ru-RU" sz="2800" b="1" kern="1200" dirty="0" err="1">
                <a:solidFill>
                  <a:srgbClr val="000000"/>
                </a:solidFill>
                <a:effectLst/>
                <a:latin typeface="Gilroy Bold" panose="020B0803050000020004" pitchFamily="34" charset="0"/>
                <a:ea typeface="+mn-ea"/>
                <a:cs typeface="+mn-cs"/>
              </a:rPr>
              <a:t>вебиндустрии</a:t>
            </a:r>
            <a:endParaRPr lang="ru-RU" sz="2800" dirty="0">
              <a:effectLst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Лабораторная</a:t>
            </a:r>
            <a:r>
              <a:rPr lang="ru-RU" sz="2800" b="1" dirty="0">
                <a:solidFill>
                  <a:prstClr val="black"/>
                </a:solidFill>
                <a:latin typeface="Gilroy Bold" panose="00000800000000000000" charset="-52"/>
              </a:rPr>
              <a:t> работа №3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Bold" panose="00000800000000000000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41426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олитех" id="{706195B2-3338-754E-B596-794E89AA9D73}" vid="{BB8C50E2-D7A2-124C-B4D7-CE11DEE1589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Тема2</Template>
  <TotalTime>5279</TotalTime>
  <Words>120</Words>
  <Application>Microsoft Macintosh PowerPoint</Application>
  <PresentationFormat>Широкоэкранный</PresentationFormat>
  <Paragraphs>29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2" baseType="lpstr">
      <vt:lpstr>Arial</vt:lpstr>
      <vt:lpstr>Gilroy Bold</vt:lpstr>
      <vt:lpstr>Verdana</vt:lpstr>
      <vt:lpstr>Gilroy Medium</vt:lpstr>
      <vt:lpstr>Verdana </vt:lpstr>
      <vt:lpstr>Calibri</vt:lpstr>
      <vt:lpstr>Тема2</vt:lpstr>
      <vt:lpstr>Презентация PowerPoint</vt:lpstr>
      <vt:lpstr>Презентация PowerPoint</vt:lpstr>
      <vt:lpstr>Презентация PowerPoint</vt:lpstr>
      <vt:lpstr>Презентация PowerPoint</vt:lpstr>
      <vt:lpstr>С п а с и б о    з а   в н и м а н и е 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Мария Булытова</dc:creator>
  <cp:lastModifiedBy>Microsoft Office User</cp:lastModifiedBy>
  <cp:revision>12</cp:revision>
  <dcterms:created xsi:type="dcterms:W3CDTF">2026-04-09T09:51:26Z</dcterms:created>
  <dcterms:modified xsi:type="dcterms:W3CDTF">2026-06-01T14:27:25Z</dcterms:modified>
</cp:coreProperties>
</file>